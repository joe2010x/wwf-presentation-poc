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371600" cy="685800"/>
          </a:xfrm>
          <a:prstGeom prst="rect">
            <a:avLst>
              <a:gd name="adj" fmla="val 13333"/>
            </a:avLst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Wildlife Conservation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66666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Protecting Endangered Species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5943600"/>
            <a:ext cx="7315200" cy="182880"/>
          </a:xfrm>
          <a:prstGeom prst="rect">
            <a:avLst/>
          </a:prstGeom>
          <a:solidFill>
            <a:srgbClr val="FFD70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Species at Risk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41,000 species threatened with extinction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Wildlife populations declined 69% since 1970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Habitat loss is the primary threat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Climate change exacerbating the crisis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Poaching and illegal trade continue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0" y="6217920"/>
            <a:ext cx="9144000" cy="182880"/>
          </a:xfrm>
          <a:prstGeom prst="rect">
            <a:avLst/>
          </a:prstGeom>
          <a:solidFill>
            <a:srgbClr val="FFD700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457200"/>
            <a:ext cx="7315200" cy="4114800"/>
          </a:xfrm>
          <a:prstGeom prst="rect">
            <a:avLst/>
          </a:prstGeom>
          <a:solidFill>
            <a:srgbClr val="333333"/>
          </a:solidFill>
          <a:ln w="25400">
            <a:solidFill>
              <a:srgbClr val="FFD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[Image Placeholder]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4754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Endangered species need our protection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5303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8888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Photo: WWF Conservation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5760720"/>
            <a:ext cx="7315200" cy="137160"/>
          </a:xfrm>
          <a:prstGeom prst="rect">
            <a:avLst/>
          </a:prstGeom>
          <a:solidFill>
            <a:srgbClr val="FFD700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371600" cy="685800"/>
          </a:xfrm>
          <a:prstGeom prst="rect">
            <a:avLst>
              <a:gd name="adj" fmla="val 13333"/>
            </a:avLst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Save Wildlife, Save Our Planet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66666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Every Species Matters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5943600"/>
            <a:ext cx="7315200" cy="182880"/>
          </a:xfrm>
          <a:prstGeom prst="rect">
            <a:avLst/>
          </a:prstGeom>
          <a:solidFill>
            <a:srgbClr val="FFD70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World Wildlife Fund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Wildlife Conservation</dc:title>
  <dc:subject>Wildlife Conservation</dc:subject>
  <dc:creator>WWF Presentation Generator</dc:creator>
  <cp:lastModifiedBy>WWF Presentation Generator</cp:lastModifiedBy>
  <cp:revision>1</cp:revision>
  <dcterms:created xsi:type="dcterms:W3CDTF">2026-05-05T13:37:37Z</dcterms:created>
  <dcterms:modified xsi:type="dcterms:W3CDTF">2026-05-05T13:37:37Z</dcterms:modified>
</cp:coreProperties>
</file>