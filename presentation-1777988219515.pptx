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Wildlife Conservation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Protecting Endangered Species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Species at Risk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41,000 species threatened with extinction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Wildlife populations declined 69% since 1970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Habitat loss is the primary threat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change exacerbating the crisis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Poaching and illegal trade continue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91440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457200"/>
            <a:ext cx="7315200" cy="4114800"/>
          </a:xfrm>
          <a:prstGeom prst="rect">
            <a:avLst/>
          </a:prstGeom>
          <a:solidFill>
            <a:srgbClr val="333333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[Image Placeholder]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Endangered species need our protection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5303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Photo: WWF Conservation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5760720"/>
            <a:ext cx="7315200" cy="13716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685800"/>
          </a:xfrm>
          <a:prstGeom prst="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Save Wildlife, Save Our Planet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Arial Bold" pitchFamily="34" charset="0"/>
                <a:ea typeface="Arial Bold" pitchFamily="34" charset="-122"/>
                <a:cs typeface="Arial Bold" pitchFamily="34" charset="-120"/>
              </a:rPr>
              <a:t>Every Species Matters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5943600"/>
            <a:ext cx="7315200" cy="182880"/>
          </a:xfrm>
          <a:prstGeom prst="rect">
            <a:avLst/>
          </a:prstGeom>
          <a:solidFill>
            <a:srgbClr val="FFD7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World Wildlife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Wildlife Conservation</dc:title>
  <dc:subject>Wildlife Conservation</dc:subject>
  <dc:creator>WWF Presentation Generator</dc:creator>
  <cp:lastModifiedBy>WWF Presentation Generator</cp:lastModifiedBy>
  <cp:revision>1</cp:revision>
  <dcterms:created xsi:type="dcterms:W3CDTF">2026-05-05T13:36:59Z</dcterms:created>
  <dcterms:modified xsi:type="dcterms:W3CDTF">2026-05-05T13:36:59Z</dcterms:modified>
</cp:coreProperties>
</file>