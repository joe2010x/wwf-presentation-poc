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Ocean Pollution Crisis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Protecting Our Seas for Future Generations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Scale of 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million tons of plastic enter oceans annually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700 marine species are affected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2050, there could be more plastic than fish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acidification threatens ecosystems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Microplastics found in 90% of seabirds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Marine life affected by pollution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Photo: WWF / Ocean Conservation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5760720"/>
            <a:ext cx="7315200" cy="13716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 Now for Our Oceans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Every Action Counts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World Wildlife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Pollution Crisis</dc:title>
  <dc:subject>Ocean Pollution Crisis</dc:subject>
  <dc:creator>WWF Presentation Generator</dc:creator>
  <cp:lastModifiedBy>WWF Presentation Generator</cp:lastModifiedBy>
  <cp:revision>1</cp:revision>
  <dcterms:created xsi:type="dcterms:W3CDTF">2026-05-05T13:40:02Z</dcterms:created>
  <dcterms:modified xsi:type="dcterms:W3CDTF">2026-05-05T13:40:02Z</dcterms:modified>
</cp:coreProperties>
</file>