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WWF Presentation POC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Automated Presentation Generation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PowerPoint generation using TypeScript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Brand-compliant slide templates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WWF design guidelines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multiple slide types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architecture for future enhancements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WWF Conservation Project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Image courtesy of WWF / Demo Purpose 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Together we can make a difference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WWF Presentation POC</dc:title>
  <dc:subject>Presentation Generator Proof of Concept</dc:subject>
  <dc:creator>WWF Demo Generator</dc:creator>
  <cp:lastModifiedBy>WWF Demo Generator</cp:lastModifiedBy>
  <cp:revision>1</cp:revision>
  <dcterms:created xsi:type="dcterms:W3CDTF">2026-05-05T13:07:29Z</dcterms:created>
  <dcterms:modified xsi:type="dcterms:W3CDTF">2026-05-05T13:07:29Z</dcterms:modified>
</cp:coreProperties>
</file>