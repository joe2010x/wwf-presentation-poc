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Nordic Climate Changes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Understanding the Impact and Future Projections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 of Nordic Climate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geographical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Vast natural resources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ecosystems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of Arctic conditions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Climate Trends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temperatures observed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precipitation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Melting glaciers and ice caps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in wildlife habitats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Melting glaciers in the Nordic region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Photo by John Doe on Unsplash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temperature rise expected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frequency of extreme weather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for biodiversity loss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local economies and communities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Addressing Climate Change Together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Collaborative efforts for a sustainable future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Nordic Climate Changes</dc:title>
  <dc:subject>Nordic Climate Changes</dc:subject>
  <dc:creator>WWF Presentation Generator</dc:creator>
  <cp:lastModifiedBy>WWF Presentation Generator</cp:lastModifiedBy>
  <cp:revision>1</cp:revision>
  <dcterms:created xsi:type="dcterms:W3CDTF">2026-05-06T06:05:39Z</dcterms:created>
  <dcterms:modified xsi:type="dcterms:W3CDTF">2026-05-06T06:05:39Z</dcterms:modified>
</cp:coreProperties>
</file>