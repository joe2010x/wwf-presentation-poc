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weather is great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 good 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World Wildlife 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nice day</dc:title>
  <dc:subject>nice day</dc:subject>
  <dc:creator>WWF Presentation Generator</dc:creator>
  <cp:lastModifiedBy>WWF Presentation Generator</cp:lastModifiedBy>
  <cp:revision>1</cp:revision>
  <dcterms:created xsi:type="dcterms:W3CDTF">2026-05-05T13:48:51Z</dcterms:created>
  <dcterms:modified xsi:type="dcterms:W3CDTF">2026-05-05T13:48:51Z</dcterms:modified>
</cp:coreProperties>
</file>