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371600" cy="685800"/>
          </a:xfrm>
          <a:prstGeom prst="rect">
            <a:avLst>
              <a:gd name="adj" fmla="val 13333"/>
            </a:avLst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Ocean Pollution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914400" y="38404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66666"/>
                </a:solidFill>
                <a:latin typeface="Arial Bold" pitchFamily="34" charset="0"/>
                <a:ea typeface="Arial Bold" pitchFamily="34" charset="-122"/>
                <a:cs typeface="Arial Bold" pitchFamily="34" charset="-120"/>
              </a:rPr>
              <a:t>A Growing Concern for Our Planet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914400" y="5943600"/>
            <a:ext cx="7315200" cy="182880"/>
          </a:xfrm>
          <a:prstGeom prst="rect">
            <a:avLst/>
          </a:prstGeom>
          <a:solidFill>
            <a:srgbClr val="FFD700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is Ocean Pollution?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 to ocean pollution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 of pollutants: plastics, chemicals, oil spills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2651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 of pollution: land runoff, shipping, industrial waste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0" y="6217920"/>
            <a:ext cx="9144000" cy="182880"/>
          </a:xfrm>
          <a:prstGeom prst="rect">
            <a:avLst/>
          </a:prstGeom>
          <a:solidFill>
            <a:srgbClr val="FFD700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Effects on Marine Life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on marine ecosystems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Threats to biodiversity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2651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Effects on food chains and species extinction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0" y="6217920"/>
            <a:ext cx="9144000" cy="182880"/>
          </a:xfrm>
          <a:prstGeom prst="rect">
            <a:avLst/>
          </a:prstGeom>
          <a:solidFill>
            <a:srgbClr val="FFD700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457200"/>
            <a:ext cx="7315200" cy="4114800"/>
          </a:xfrm>
          <a:prstGeom prst="rect">
            <a:avLst/>
          </a:prstGeom>
          <a:solidFill>
            <a:srgbClr val="333333"/>
          </a:solidFill>
          <a:ln w="25400">
            <a:solidFill>
              <a:srgbClr val="FFD7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22860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[Image Placeholder]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14400" y="4754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Plastic waste in the ocean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5303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88888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Photo by John Doe on Unsplash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14400" y="5760720"/>
            <a:ext cx="7315200" cy="137160"/>
          </a:xfrm>
          <a:prstGeom prst="rect">
            <a:avLst/>
          </a:prstGeom>
          <a:solidFill>
            <a:srgbClr val="FFD700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We Can Help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 plastic usage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Participate in beach clean-ups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2651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Advocate for policies to protect oceans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0" y="6217920"/>
            <a:ext cx="9144000" cy="182880"/>
          </a:xfrm>
          <a:prstGeom prst="rect">
            <a:avLst/>
          </a:prstGeom>
          <a:solidFill>
            <a:srgbClr val="FFD700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371600" cy="685800"/>
          </a:xfrm>
          <a:prstGeom prst="rect">
            <a:avLst>
              <a:gd name="adj" fmla="val 13333"/>
            </a:avLst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Together, we can protect our oceans!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914400" y="38404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66666"/>
                </a:solidFill>
                <a:latin typeface="Arial Bold" pitchFamily="34" charset="0"/>
                <a:ea typeface="Arial Bold" pitchFamily="34" charset="-122"/>
                <a:cs typeface="Arial Bold" pitchFamily="34" charset="-120"/>
              </a:rPr>
              <a:t>Take action today for a cleaner tomorrow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914400" y="5943600"/>
            <a:ext cx="7315200" cy="182880"/>
          </a:xfrm>
          <a:prstGeom prst="rect">
            <a:avLst/>
          </a:prstGeom>
          <a:solidFill>
            <a:srgbClr val="FFD700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World Wildlife Fund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Ocean Pollution: A Growing Concern</dc:title>
  <dc:subject>Ocean Pollution: A Growing Concern</dc:subject>
  <dc:creator>WWF Presentation Generator</dc:creator>
  <cp:lastModifiedBy>WWF Presentation Generator</cp:lastModifiedBy>
  <cp:revision>1</cp:revision>
  <dcterms:created xsi:type="dcterms:W3CDTF">2026-05-05T14:43:32Z</dcterms:created>
  <dcterms:modified xsi:type="dcterms:W3CDTF">2026-05-05T14:43:32Z</dcterms:modified>
</cp:coreProperties>
</file>